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Relatório de Gestão em Saúde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Análise de Dados SIASUS - Município de Ijuí/RS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Volume e Tendência Temporal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Análise da evolução da demanda ambulatorial.</a:t>
            </a:r>
          </a:p>
          <a:p>
            <a:pPr/>
            <a:r>
              <a:t>Destaque para a concentração de dados em meses específicos.</a:t>
            </a:r>
          </a:p>
          <a:p>
            <a:pPr/>
            <a:r>
              <a:t>Visão geral do volume processado.</a:t>
            </a:r>
          </a:p>
        </p:txBody>
      </p:sp>
      <p:pic>
        <p:nvPicPr>
          <p:cNvPr id="4" name="Picture 3" descr="grafico_tendencia_dem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627017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 do Volume (Por Trimestre)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438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Ano_Trimestre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Total_de_Procedimentos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Percentual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Valor_Total_Aprovado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223.282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19.094.673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7.117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Top 10 Estabelecimentos (Produção)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6501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Codigo_Estabelecimento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Nome_Estabelecimento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Total_Atendimentos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Pct_Atendimentos_Total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Valor_Total_Aprovado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2.261.057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HOSPITAL DE CLINICAS IJUI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81.677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11.142.440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2.261.030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HOSPITAL BOM PASTOR IJUI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469.961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2.265.745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 CRS IJUI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2.848.465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5.610.117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CENTRO DE ATENCAO PSICOSSOCIAL CAPS 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21.108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6.590.543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CER III UNIR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440.258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6.467.415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CENTRO DE ATENCAO PSICOSSOCIAL CAPS INFANTIL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15.223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2.260.204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POSTO CENTRAL SECRETARIA MUNICIPAL DA SAUDE IJUI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867.808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2.260.166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CENTRO DE ATENCAO PSICOSSOCIAL CAPS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34.394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3.695.328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APAE IJUI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135.423</a:t>
                      </a:r>
                    </a:p>
                  </a:txBody>
                  <a:tcPr/>
                </a:tc>
              </a:tr>
              <a:tr h="6651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2.260.492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833.317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Perfil Etário dos Pacientes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Distribuição dos atendimentos por faixa etária.</a:t>
            </a:r>
          </a:p>
          <a:p>
            <a:pPr/>
            <a:r>
              <a:t>Identificação dos grupos de maior demanda (ex: Idosos).</a:t>
            </a:r>
          </a:p>
        </p:txBody>
      </p:sp>
      <p:pic>
        <p:nvPicPr>
          <p:cNvPr id="4" name="Picture 3" descr="grafico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Dados Demográficos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6501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Sexo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Faixa_Etaria_Resumo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Total_Procedimentos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Percentual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Idoso (60+)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22.78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Idoso (60+)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21.08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Adulto (18-59)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19.94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Adulto (18-59)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17.5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Criança (5-13)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4.24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00-04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2.62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Idoso (60+)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2.29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Criança (5-13)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1.94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Adulto (18-59)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1.93</a:t>
                      </a:r>
                    </a:p>
                  </a:txBody>
                  <a:tcPr/>
                </a:tc>
              </a:tr>
              <a:tr h="6651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Adolescente (14-17)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Fluxo Regional: De onde vêm os pacientes?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Proporção entre munícipes de Ijuí e pacientes de fora.</a:t>
            </a:r>
          </a:p>
          <a:p>
            <a:pPr/>
            <a:r>
              <a:t>Papel de Ijuí como polo regional de saúde.</a:t>
            </a:r>
          </a:p>
        </p:txBody>
      </p:sp>
      <p:pic>
        <p:nvPicPr>
          <p:cNvPr id="4" name="Picture 3" descr="grafico_origem_pac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522514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Municípios de Origem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12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Codigo_Municipio_Origem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Nome_Municipio_Origem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Total_Procedimentos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Percentual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431.020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IJUI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108.767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48.71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INVALIDO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6.25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431.390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PANAMBI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4.7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431.115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JOIA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3.65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CATUIPE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3.02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430.600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CRISSIUMAL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2.28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AUGUSTO PESTANA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2.1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CRUZ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Resumo Financeiro (Aprovado vs Produzido)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Foco_Analise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Valor_Total_Aprovado_SUS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Valor_Total_Produzido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Diferenca_Financeira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Produção Total de Ijuí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19.101.790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19.663.618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561.828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Foco: Oncologia (Top Procedimentos)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Nome_Diagnostico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Total_Procedimentos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Percentual_do_Filtro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Valor_Total_Aprovado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C61   Neopl malig da prostata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992.024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C90.0 Mieloma mult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591.879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C50.1 Porcao central da mama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507.058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C18.9 Colon 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475.807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C20   Neopl malig do 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308.074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C50.0 Mamilo e areola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303.770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Foco: Saúde Mental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Nome_Diagnostico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Total_Procedimentos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Percentual_do_Filtro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Valor_Total_Aprovado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F84.9 Transt globais NE do desenvolv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43.618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F84.0 Autismo infantil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40.592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F71.0 Mencao ausencia de ou compr minimo comport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26.169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F70.0 Mencao ausencia de ou compr minimo comport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25.763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F72.0 Mencao ausencia de ou compr minimo comport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3.746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F84.8 Outr transt globais do desenvolv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3.310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Foco: Diabetes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Nome_Procedimento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Total_Procedimentos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Percentual_do_Filtro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Valor_Total_Aprovado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INSULINA ANALOGA DE ACAO RAPIDA 100 UI/ML (TUBETES COM SISTEMAS DE APLICACAO REUTILIZAVEL)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INSULINA ANALOGA DE ACAO PROLONGADA DE 100 UI/ML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GLICEMIA CAPILAR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DOSAGEM DE INSULINA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5.431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Tendências: Idosos (Cardio vs. Onco)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Acompanhamento de áreas críticas na população 60+.</a:t>
            </a:r>
          </a:p>
          <a:p>
            <a:pPr/>
            <a:r>
              <a:t>Comparativo entre Cardiologia e Oncologia.</a:t>
            </a:r>
          </a:p>
        </p:txBody>
      </p:sp>
      <p:pic>
        <p:nvPicPr>
          <p:cNvPr id="4" name="Picture 3" descr="grafico_tendencia_ido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627017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Dados extraídos da base SIASUS (MySQL)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